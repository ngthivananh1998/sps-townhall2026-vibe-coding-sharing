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FB309-5733-C020-7FCD-4A56A58A4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832505-2233-8ECC-76DD-E8F0F4A735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24B5C-0A14-B104-16C0-F4982ED76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1F56E-594B-4719-AFDC-9A1CB0AC2ED8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D6CDC-FDEA-13FD-0C15-EADA06619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DD04-9D89-C791-16F2-59EA5E9F4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2487-1725-4B6A-BB1D-E8D17ACAD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509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3AAB5-2CA9-CBCB-0EA8-00E96A883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0646F-3086-1D49-2159-090491A38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1E71D-D2DC-2452-ED91-A275B52B8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1F56E-594B-4719-AFDC-9A1CB0AC2ED8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286E0-074A-17DE-6119-94C72381C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B904B-FA0F-10B6-5B5C-D15ADCE3E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2487-1725-4B6A-BB1D-E8D17ACAD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887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61E0E-07B5-F20F-4C7B-0EF94903B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05F8C-A998-ABD7-FEF0-58E40AC2F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211D7-CCCE-CFE0-21B6-1FD58DACC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1F56E-594B-4719-AFDC-9A1CB0AC2ED8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4FDDC-0278-C632-AAD8-04540B51F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7CF10-4E2C-0D1B-598F-45711886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2487-1725-4B6A-BB1D-E8D17ACAD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12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9730B-5368-F2A1-A68D-8EA769491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487A2-6E1B-3F5E-0F68-8E8975BF0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75A514-B7B9-A6BF-A48A-6D58E0B64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5C80F-DAFC-733D-370E-F53CD56D1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1F56E-594B-4719-AFDC-9A1CB0AC2ED8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CEE82-3D6D-348C-F9C1-FC8C9ECAB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9C9E9-C0BF-4F68-91A6-0B1D7F5E4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2487-1725-4B6A-BB1D-E8D17ACAD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026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9BFFE-1488-68D5-0AFB-54D88E0E5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40A2D-23A7-E29C-7540-2C26D6804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EEAD9-35FC-1AD0-C1ED-E1DEAC9CB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CBD658-3688-3632-3EDD-503240EFB8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8DB3C0-24CF-149F-42EA-1458AC203A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BCADE-65BC-4A2F-7E28-F13E15F95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1F56E-594B-4719-AFDC-9A1CB0AC2ED8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D0146E-A0D4-D375-D2C0-E39E8D99A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4EB740-F067-3287-3F47-C31BD56CE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2487-1725-4B6A-BB1D-E8D17ACAD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825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77A33-99B1-ED21-97FE-013916AA6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FF02A6-43CE-E126-4B0F-3F07D1DDD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1F56E-594B-4719-AFDC-9A1CB0AC2ED8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70D85E-5ED1-3661-6501-2998EFBF3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CF1290-E550-1BFD-388B-2EA79B684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2487-1725-4B6A-BB1D-E8D17ACAD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686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634A72-312A-5444-1D99-DC5DCE9B7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1F56E-594B-4719-AFDC-9A1CB0AC2ED8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29CA48-BEB7-3B3D-8408-B160D083B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D8F9D-204A-762F-CB3E-13BA502C9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2487-1725-4B6A-BB1D-E8D17ACAD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901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67A47-4E14-726B-48A4-9DDE77417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B8EE4-150F-13B0-3B7F-7F6628CE7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C15F3-AB36-FA53-D585-F2F544E3C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8E62D-589B-7C00-06D6-AD3465748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1F56E-594B-4719-AFDC-9A1CB0AC2ED8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1E1D28-F1E2-2068-4DC5-8AC0EB12E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2C64D-29F2-CE61-D16A-BD8429C87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2487-1725-4B6A-BB1D-E8D17ACAD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66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4FE8C-8D63-600F-35FB-8A4A2F484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8B7101-1C81-C32B-335E-556774428B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0B3915-F914-B692-881D-D0E00AD80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07124-5884-A83C-2209-A6B8127AF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1F56E-594B-4719-AFDC-9A1CB0AC2ED8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2F78B-C1B2-DBC0-F865-4ACD24782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B74637-1A35-E967-51C2-52907CC4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2487-1725-4B6A-BB1D-E8D17ACAD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037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E0F4B-3C43-9E5C-76FD-87939345C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5FF662-EB78-6E35-4EEB-6709DD7E8C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F7ADC-D48A-830F-94F9-9ADBF77E8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1F56E-594B-4719-AFDC-9A1CB0AC2ED8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0E585-C4D5-662D-B22C-436CD266C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72F82-1EDA-3B60-132C-9D91A6E36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2487-1725-4B6A-BB1D-E8D17ACAD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86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010238-3293-7308-A7B3-503535F298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011FE-5C20-2D14-BD3F-E224237F7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5B753-106B-76B9-AA59-8C6C3728B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1F56E-594B-4719-AFDC-9A1CB0AC2ED8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07CFB-6CF1-0D0B-DCBF-6E5AED54E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7DC93-0CFB-879E-9BED-1DF53CAC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32487-1725-4B6A-BB1D-E8D17ACAD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9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E3E0EE-ADF7-1CC1-001F-F0D889D95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858D0-7D0B-C358-A42C-7621AC565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6B530-8BE7-495A-42B4-D61D654C7C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1F56E-594B-4719-AFDC-9A1CB0AC2ED8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BE1DF-CF25-9118-6DC5-725AFDE746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B6A51-8BD1-1354-8FAE-645D204B0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32487-1725-4B6A-BB1D-E8D17ACAD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74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16F19-05C3-566E-016D-780D83235A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803550-7770-8D2B-1080-934DC30B72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63EE57-A8A0-1A93-84E8-90031A54B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472"/>
            <a:ext cx="12192000" cy="640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610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3F035-0C94-C0BD-695B-7F9B92E1B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C470E-1D43-08D6-93C8-BB473466D8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79C8B9-4419-35C2-DBC1-C7502D1365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6A1CE7-EF6D-C62E-13F4-E4BEC959E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514"/>
            <a:ext cx="12192000" cy="64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298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100A8-2CA5-53E0-AD8E-93FB3AD29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E9BB4-770C-98D9-0993-5A58844D3D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2B38B3-2AC1-C80A-B8D7-FE4ACF57F5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529A7A-5315-9BA3-3937-DAD3CED3A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635"/>
            <a:ext cx="12192000" cy="641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922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1678D-A79B-BADA-7D74-0628CA2AE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D3782-DF81-6AAC-B24E-4304F23BA4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606258-5590-C47B-1A78-4D37F78BE4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065B99-FDA4-CEB2-02BD-D0E8EE8B2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281"/>
            <a:ext cx="12192000" cy="643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416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10236-6B07-2791-B159-5A947809A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EFC39-8569-B4E5-E11A-14233030B9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07045B-E2B3-C982-301A-536F30B6F8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26B7E2-249F-B706-3956-19417C9C4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108"/>
            <a:ext cx="12192000" cy="641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626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7DFE9-24A9-6D96-40DC-4DB8E9346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D0C1D-3C88-4CBB-2359-02607EBC3B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8E6D40-79FB-DD18-968C-1B9BB072D6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137141-4C50-1D4F-4486-C76D17FE2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396"/>
            <a:ext cx="12192000" cy="642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589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49A3B-02B8-7306-1C0A-12A3067E2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C588-E8D0-2857-CCBC-D4C2A08286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711056-0E60-F3CC-66A7-D00D189670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C37E0D-F24C-E844-1F20-582C8EAEA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472"/>
            <a:ext cx="12192000" cy="640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964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0FAF1-79DF-53EA-AE7A-8DA989127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C070A-F955-D545-0480-5E3430365B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1D2ADD-9A9B-FBD8-9D42-53365B3279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59C411-113B-5D1C-699C-89EE23F71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993"/>
            <a:ext cx="12192000" cy="642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168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174EF-087F-E2FA-CC84-63FA7C01E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D89EB-B59E-6676-2624-65AE170BDA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748C15-AE63-D184-47AA-91E6F47F2F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D794A6-27A1-5C04-B8A3-C4EFCE0AF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809"/>
            <a:ext cx="12192000" cy="644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936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64B2A-A90D-2A3B-3823-3B410EEF5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F22C6-C671-A18F-1782-16751915A4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601FC-1462-F72D-C62B-381BEE10BB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BEC58A-9421-A349-29BF-BB01D2BB3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741"/>
            <a:ext cx="12192000" cy="647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226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531D6-08F4-646E-5760-7F26B1AF3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8CD1C-124B-BB41-9407-4CFA27B00C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0BF757-36E9-CC05-C22C-1E38936D5F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7260EA-4BDC-540D-9FC1-5FF95EA9C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281"/>
            <a:ext cx="12192000" cy="643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164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FCE02-A2EE-6B60-AD05-2431CB1E5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1B2E0-62D9-A389-7F57-336F5A3426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5027C8-05AE-2258-974E-34FE9ADFFE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1851CB-B379-02FF-6C68-204FC9BA2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108"/>
            <a:ext cx="12192000" cy="641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074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A5B05-E055-7E55-4D4D-F2A8445AA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BE825-33AB-E84A-E0D1-B2B1780ED9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1C634-558C-407E-161A-947ECAE670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A9867D-D1EB-7D3D-9DFE-EACD5DB31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809"/>
            <a:ext cx="12192000" cy="644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094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82F54-DFB3-E3D6-8E32-86D5A7B99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83591-4B1E-8156-92A3-E5C40073F6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ED0903-AC2F-0270-3D42-6F2497A78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483EA9-AAEC-466E-6FFB-A3BAC16ED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527"/>
            <a:ext cx="12192000" cy="643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965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C71A3-570E-199B-7C4D-D31448F5C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F9355-3B7E-254C-21DB-AA56DD9CE3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86946E-651E-06D3-2CAB-BD610EBEEF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085173-F823-39F0-F482-58575462F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699"/>
            <a:ext cx="12192000" cy="640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781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96F4A-0C81-7129-9BBB-608248121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010E8-0B23-BD83-E8C1-4839A442E2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8FF2C8-86DE-AC60-F3A9-A7E34F466A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D1C041-3D66-263D-9E5A-85A72CD79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061"/>
            <a:ext cx="12192000" cy="643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95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31E33-0EED-E1D4-F625-EF696CC4C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844E8-648D-1D74-EE2A-3D9BB0413B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5FF951-D32F-8015-37D6-86E99981F9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85B35-939A-06B7-0211-BC1F45E5A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227"/>
            <a:ext cx="12192000" cy="641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766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C11A1-88CC-4983-4A10-FC2266758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34500-4741-9D53-6041-4A10B39692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5EC1EF-62BB-71E6-8EAE-D145BB490E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86B740-C9F5-16D8-FBC8-5C406F255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663"/>
            <a:ext cx="12192000" cy="646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93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Thi Van Anh - HR</dc:creator>
  <cp:lastModifiedBy>Nguyen Thi Van Anh - HR</cp:lastModifiedBy>
  <cp:revision>2</cp:revision>
  <dcterms:created xsi:type="dcterms:W3CDTF">2026-03-31T05:35:07Z</dcterms:created>
  <dcterms:modified xsi:type="dcterms:W3CDTF">2026-04-01T20:15:27Z</dcterms:modified>
</cp:coreProperties>
</file>